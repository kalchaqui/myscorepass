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Millones de personas en Latinoamérica siguen fuera del sistema financiero.</a:t>
            </a:r>
            <a:br/>
            <a:br/>
            <a:r>
              <a:t>Los bancos cobran entre 70% y 100% anual, mientras que plataformas como Mercado Pago superan el 90%.</a:t>
            </a:r>
            <a:br/>
            <a:br/>
            <a:r>
              <a:t>El resultado: exclusión financiera y falta de oportunidades para quienes más lo necesitan.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DefiCred: crédito justo, accesible y descentralizado.</a:t>
            </a:r>
            <a:br/>
            <a:br/>
            <a:r>
              <a:t>Una plataforma DeFi sobre Polkadot que otorga microcréditos basados en reputación y datos públicos, no en garantías.</a:t>
            </a:r>
            <a:br/>
            <a:br/>
            <a:r>
              <a:t>Con tasas promedio del 10–12% anual, hasta 10 veces menores que los bancos.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Planes de Préstamo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🟢 Plan Express (5%) → 1 pago de $1.004,17</a:t>
            </a:r>
            <a:br/>
            <a:r>
              <a:t>🔵 Plan Flexible (8%) → 3 cuotas de $340,00/mes</a:t>
            </a:r>
            <a:br/>
            <a:r>
              <a:t>🟣 Plan Equilibrado (12%) → 6 cuotas de $176,67/mes ⭐</a:t>
            </a:r>
            <a:br/>
            <a:r>
              <a:t>🟠 Plan Cómodo (18%) → 12 cuotas de $98,33/mes</a:t>
            </a:r>
            <a:br/>
            <a:br/>
            <a:r>
              <a:t>Tasas claras y justas. La reputación on-chain premia el buen comportamiento.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Tecnología y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• Identidad y reputación descentralizada</a:t>
            </a:r>
            <a:br/>
            <a:r>
              <a:t>• Smart contracts EVM en Polkadot</a:t>
            </a:r>
            <a:br/>
            <a:r>
              <a:t>• Préstamos P2P con scoring reputacional</a:t>
            </a:r>
            <a:br/>
            <a:r>
              <a:t>• Oráculos y RWA tokenizados próximamente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DefiCred democratiza el acceso al crédito y crea historial financiero en Web3.</a:t>
            </a:r>
            <a:br/>
            <a:br/>
            <a:r>
              <a:t>Personas sin acceso bancario podrán recibir microcréditos, construir reputación y acceder a más oportunidades.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3600">
                <a:solidFill>
                  <a:srgbClr val="FF0080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000">
                <a:solidFill>
                  <a:srgbClr val="000000"/>
                </a:solidFill>
              </a:defRPr>
            </a:pPr>
            <a:r>
              <a:t>1️⃣ MVP (0–3 meses): Deploy en Polkadot Paseo + módulo de reputación</a:t>
            </a:r>
            <a:br/>
            <a:r>
              <a:t>2️⃣ Validación (3–6 meses): Test con primeros usuarios reales</a:t>
            </a:r>
            <a:br/>
            <a:r>
              <a:t>3️⃣ Escalamiento (6–12 meses): Liquidez comunitaria + gobernanza</a:t>
            </a:r>
            <a:br/>
            <a:r>
              <a:t>4️⃣ RWA &amp; expansión (12–18 meses): Tokenización de activos reales</a:t>
            </a:r>
            <a:br/>
            <a:br/>
            <a:r>
              <a:t>“DefiCred no solo presta dinero — crea acceso. Es la puerta al sistema financiero Web3 en Polkadot.”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